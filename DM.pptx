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22cab541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22cab541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22cab541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22cab541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043c14d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8043c14d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01e00fc4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01e00fc4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6bd1304c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6bd1304c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6bd1304c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6bd1304c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832f691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832f691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6bd1304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6bd1304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1042c0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91042c0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6bd1304c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6bd1304c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6bd1304c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6bd1304c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6bd1304c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6bd1304c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bd1304c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6bd1304c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f08fb11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8f08fb11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877431" y="4663225"/>
            <a:ext cx="189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 title="uh_engineering_logo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496275" y="4523350"/>
            <a:ext cx="1272051" cy="533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3725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Anomaly detection using One-class SVM</a:t>
            </a:r>
            <a:endParaRPr sz="9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18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12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7" name="Google Shape;57;p13"/>
          <p:cNvSpPr txBox="1"/>
          <p:nvPr/>
        </p:nvSpPr>
        <p:spPr>
          <a:xfrm>
            <a:off x="1768075" y="3299775"/>
            <a:ext cx="2687100" cy="1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Sahithi Akunoor   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Yasasvi Nalla       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Ruchith Reddy Parnem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Temitayo Okeowo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572000" y="3299775"/>
            <a:ext cx="2734500" cy="1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2447497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2444910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2403667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1532068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820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b="1"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detection?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One-class SVM overview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&amp; Results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520">
                <a:latin typeface="Times New Roman"/>
                <a:ea typeface="Times New Roman"/>
                <a:cs typeface="Times New Roman"/>
                <a:sym typeface="Times New Roman"/>
              </a:rPr>
              <a:t>What is </a:t>
            </a:r>
            <a:r>
              <a:rPr b="1" lang="en-GB" sz="2520">
                <a:latin typeface="Times New Roman"/>
                <a:ea typeface="Times New Roman"/>
                <a:cs typeface="Times New Roman"/>
                <a:sym typeface="Times New Roman"/>
              </a:rPr>
              <a:t>Anomaly</a:t>
            </a:r>
            <a:r>
              <a:rPr b="1" lang="en-GB" sz="2520">
                <a:latin typeface="Times New Roman"/>
                <a:ea typeface="Times New Roman"/>
                <a:cs typeface="Times New Roman"/>
                <a:sym typeface="Times New Roman"/>
              </a:rPr>
              <a:t> Detection?</a:t>
            </a:r>
            <a:endParaRPr b="1" sz="25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4718400" cy="3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96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60"/>
              <a:buChar char="-"/>
            </a:pPr>
            <a:r>
              <a:rPr b="1"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detection</a:t>
            </a:r>
            <a:r>
              <a:rPr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identifies data deviating from expected behavior.</a:t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Times New Roman"/>
              <a:buChar char="-"/>
            </a:pPr>
            <a:r>
              <a:rPr b="1"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by Learning Approach:</a:t>
            </a:r>
            <a:endParaRPr b="1"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b="1" i="1"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</a:t>
            </a:r>
            <a:r>
              <a:rPr b="1"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labeled data (normal/anomalous) to train a classification model (e.g., decision trees, neural networks).</a:t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b="1" i="1"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Unsupervised</a:t>
            </a:r>
            <a:r>
              <a:rPr b="1"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Detects anomalies in unlabeled data by identifying points significantly deviating from established patterns.</a:t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b="1" i="1"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Semi-supervised:</a:t>
            </a:r>
            <a:r>
              <a:rPr b="1"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normal behavior using labeled data, then identifies anomalies in new, unlabeled data.</a:t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500" y="1170125"/>
            <a:ext cx="3809099" cy="2998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2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8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Growing Cybersecurity Threats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2,200 daily attacks, $10.5T annual cost by 2025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DoS, port scanning, data exfiltration, malware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Traditional Detection Fails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Signature-based: Only detects KNOWN attacks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Fails to detect zero-day or novel attacks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 Unsupervised Learning Solution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"normal" behavior, flags deviations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no labeled attack data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4. Zero-Day Attack Challenge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Unknown exploits lack existing signatures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behavioral detection, not pattern matching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 Our Goal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anomalous network traffic using One-Class SVM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642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5"/>
              <a:buFont typeface="Times New Roman"/>
              <a:buChar char="●"/>
            </a:pPr>
            <a:r>
              <a:rPr lang="en-GB" sz="13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identify both known and unknown attacks</a:t>
            </a:r>
            <a:endParaRPr sz="13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500" y="1303025"/>
            <a:ext cx="3914350" cy="269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Why One-class svm?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723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Trains only on normal data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labelled anomalies required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well on high dimensional, mixed-type, network features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detect unseen attacks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One-Class SVM is better at capturing complex, high-dimensional relationships present compared with isolation forest.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How One-Class SVM works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549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Maps data to high-dimensional space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Finds hyperplane separating normal vs outliers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Nu- controls expected fraction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anomalies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Gamma- controls boundary flexibility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Kernel: RBF Kernel, non linear patterns very well.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boundary illustration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700" y="880875"/>
            <a:ext cx="3189900" cy="31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465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intrusion dataset from kaggle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set: 25192 connections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set: 22544 connections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41 features: duration, protocol, flag, sourced_bytes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Classes: Normal, Anomaly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800" y="856350"/>
            <a:ext cx="4151324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533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encode categorical Features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Features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one-class SVM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only normal samples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Prediction and anomaly scores, which tells us how far points lie from decision boundary.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&amp; Conclusion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0775" y="445013"/>
            <a:ext cx="3051519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Hyperparameter Tuning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414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multiple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 values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0.01, 0.03, 0.05, 0.1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 controls expected outliers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(sensitivity of model)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 → more anomalies detected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 = 0.05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(best balance)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stable anomaly detection around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46%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Gamma-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scale, 0.01,0.1,1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gamma='scale' automatically calculates a gamma based on the dataset's variance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21" title="Screenshot 2025-11-20 at 4.16.3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61263"/>
            <a:ext cx="415036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3668500" y="1701900"/>
            <a:ext cx="24771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endParaRPr b="1" sz="6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Overall Performance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23" title="Screenshot 2025-11-20 at 4.23.21 AM.png"/>
          <p:cNvPicPr preferRelativeResize="0"/>
          <p:nvPr/>
        </p:nvPicPr>
        <p:blipFill rotWithShape="1">
          <a:blip r:embed="rId3">
            <a:alphaModFix/>
          </a:blip>
          <a:srcRect b="33051" l="0" r="0" t="6910"/>
          <a:stretch/>
        </p:blipFill>
        <p:spPr>
          <a:xfrm>
            <a:off x="423300" y="1017725"/>
            <a:ext cx="7050951" cy="207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423300" y="3246075"/>
            <a:ext cx="6408600" cy="15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connections: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12,174 (54%)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connections: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10,370 (46%)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anomaly rate suggests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attack patterns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score distribution clearly separates normal vs abnormal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Class SVM models have been successful at identifying attack types such as 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-"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 / DDoS Attacks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-"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Malware attacks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-"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Card Fraud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-"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Insurance Fraud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188" y="1832875"/>
            <a:ext cx="1943675" cy="10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3599" y="1758262"/>
            <a:ext cx="2439374" cy="16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Advantages of One Class SVM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15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-"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algorithm works well with normal data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-"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It’s effective for high dimensional and non linear data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-"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performance on clear outliers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5"/>
          <p:cNvSpPr txBox="1"/>
          <p:nvPr>
            <p:ph type="title"/>
          </p:nvPr>
        </p:nvSpPr>
        <p:spPr>
          <a:xfrm>
            <a:off x="415725" y="277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Limitations of One Class SVM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3343650"/>
            <a:ext cx="8520600" cy="12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-"/>
            </a:pPr>
            <a:r>
              <a:rPr lang="en-GB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scalability to Large Datasets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-"/>
            </a:pPr>
            <a:r>
              <a:rPr lang="en-GB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Sensitive to Hyperparameters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effective for network intrusion detection because it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identifies multiple attack patterns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is efficient and interpretable for real time use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 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with other supervised ensemble methods to improve robustness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ank you"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075" y="85725"/>
            <a:ext cx="4442476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